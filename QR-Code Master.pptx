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Замещающая дата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Замещающий 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 dirty="0"/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78FD23A-2F78-4156-BB62-C393E2F1F45C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37210"/>
            <a:ext cx="9144000" cy="2580005"/>
          </a:xfrm>
        </p:spPr>
        <p:txBody>
          <a:bodyPr>
            <a:normAutofit/>
          </a:bodyPr>
          <a:lstStyle/>
          <a:p>
            <a:r>
              <a:rPr lang="en-US" altLang="en-US" sz="7200"/>
              <a:t>QR-Code Master</a:t>
            </a:r>
            <a:endParaRPr lang="en-US" altLang="en-US" sz="720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524000" y="2960370"/>
            <a:ext cx="9144000" cy="3245485"/>
          </a:xfrm>
        </p:spPr>
        <p:txBody>
          <a:bodyPr>
            <a:normAutofit lnSpcReduction="10000"/>
          </a:bodyPr>
          <a:lstStyle/>
          <a:p>
            <a:r>
              <a:rPr lang="ru-RU" altLang="en-US">
                <a:solidFill>
                  <a:schemeClr val="tx1"/>
                </a:solidFill>
                <a:sym typeface="+mn-ea"/>
              </a:rPr>
              <a:t>Проект по интеллектуальным системам</a:t>
            </a:r>
            <a:endParaRPr lang="ru-RU" altLang="en-US">
              <a:solidFill>
                <a:schemeClr val="tx1"/>
              </a:solidFill>
              <a:sym typeface="+mn-ea"/>
            </a:endParaRPr>
          </a:p>
          <a:p>
            <a:endParaRPr lang="en-US">
              <a:solidFill>
                <a:schemeClr val="tx1"/>
              </a:solidFill>
            </a:endParaRPr>
          </a:p>
          <a:p>
            <a:endParaRPr lang="en-US">
              <a:solidFill>
                <a:schemeClr val="tx1"/>
              </a:solidFill>
            </a:endParaRPr>
          </a:p>
          <a:p>
            <a:r>
              <a:rPr lang="ru-RU">
                <a:solidFill>
                  <a:schemeClr val="tx1"/>
                </a:solidFill>
              </a:rPr>
              <a:t>Подготовил студент 2-го курса НММбд-02-23</a:t>
            </a:r>
            <a:endParaRPr lang="ru-RU">
              <a:solidFill>
                <a:schemeClr val="tx1"/>
              </a:solidFill>
            </a:endParaRPr>
          </a:p>
          <a:p>
            <a:r>
              <a:rPr lang="ru-RU">
                <a:solidFill>
                  <a:schemeClr val="tx1"/>
                </a:solidFill>
              </a:rPr>
              <a:t>Провоторов Антон Григорьевич</a:t>
            </a:r>
            <a:endParaRPr lang="ru-RU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773430"/>
            <a:ext cx="10972800" cy="582613"/>
          </a:xfrm>
        </p:spPr>
        <p:txBody>
          <a:bodyPr/>
          <a:p>
            <a:r>
              <a:rPr lang="en-US" altLang="en-US"/>
              <a:t>Цель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задачи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1614805"/>
            <a:ext cx="10972800" cy="4512945"/>
          </a:xfrm>
        </p:spPr>
        <p:txBody>
          <a:bodyPr/>
          <a:p>
            <a:r>
              <a:rPr lang="en-US" altLang="en-US" sz="2000"/>
              <a:t>Проблема</a:t>
            </a:r>
            <a:r>
              <a:rPr lang="en-US" altLang="ru-RU" sz="2000"/>
              <a:t>: </a:t>
            </a:r>
            <a:endParaRPr lang="en-US" altLang="ru-RU" sz="2000"/>
          </a:p>
          <a:p>
            <a:pPr lvl="1"/>
            <a:r>
              <a:rPr lang="en-US" altLang="en-US" sz="1750"/>
              <a:t>Необходимость</a:t>
            </a:r>
            <a:r>
              <a:rPr lang="en-US" altLang="ru-RU" sz="1750"/>
              <a:t> </a:t>
            </a:r>
            <a:r>
              <a:rPr lang="en-US" altLang="en-US" sz="1750"/>
              <a:t>быстрого</a:t>
            </a:r>
            <a:r>
              <a:rPr lang="en-US" altLang="ru-RU" sz="1750"/>
              <a:t> </a:t>
            </a:r>
            <a:r>
              <a:rPr lang="en-US" altLang="en-US" sz="1750"/>
              <a:t>создания</a:t>
            </a:r>
            <a:r>
              <a:rPr lang="en-US" altLang="ru-RU" sz="1750"/>
              <a:t> </a:t>
            </a:r>
            <a:r>
              <a:rPr lang="en-US" altLang="en-US" sz="1750"/>
              <a:t>и</a:t>
            </a:r>
            <a:r>
              <a:rPr lang="en-US" altLang="ru-RU" sz="1750"/>
              <a:t> </a:t>
            </a:r>
            <a:r>
              <a:rPr lang="en-US" altLang="en-US" sz="1750"/>
              <a:t>чтения</a:t>
            </a:r>
            <a:r>
              <a:rPr lang="en-US" altLang="ru-RU" sz="1750"/>
              <a:t> QR-</a:t>
            </a:r>
            <a:r>
              <a:rPr lang="en-US" altLang="en-US" sz="1750"/>
              <a:t>кодов</a:t>
            </a:r>
            <a:r>
              <a:rPr lang="en-US" altLang="ru-RU" sz="1750"/>
              <a:t> </a:t>
            </a:r>
            <a:r>
              <a:rPr lang="en-US" altLang="en-US" sz="1750"/>
              <a:t>в</a:t>
            </a:r>
            <a:r>
              <a:rPr lang="en-US" altLang="ru-RU" sz="1750"/>
              <a:t> </a:t>
            </a:r>
            <a:r>
              <a:rPr lang="en-US" altLang="en-US" sz="1750"/>
              <a:t>повседневной</a:t>
            </a:r>
            <a:r>
              <a:rPr lang="en-US" altLang="ru-RU" sz="1750"/>
              <a:t> </a:t>
            </a:r>
            <a:r>
              <a:rPr lang="en-US" altLang="en-US" sz="1750"/>
              <a:t>жизни</a:t>
            </a:r>
            <a:r>
              <a:rPr lang="en-US" altLang="ru-RU" sz="1750"/>
              <a:t>.</a:t>
            </a:r>
            <a:endParaRPr lang="en-US" altLang="ru-RU" sz="1750"/>
          </a:p>
          <a:p>
            <a:endParaRPr lang="en-US" altLang="ru-RU" sz="2000"/>
          </a:p>
          <a:p>
            <a:r>
              <a:rPr lang="en-US" altLang="en-US" sz="2000"/>
              <a:t>Цель</a:t>
            </a:r>
            <a:r>
              <a:rPr lang="en-US" altLang="ru-RU" sz="2000"/>
              <a:t>: </a:t>
            </a:r>
            <a:endParaRPr lang="en-US" altLang="ru-RU" sz="2000"/>
          </a:p>
          <a:p>
            <a:pPr lvl="1"/>
            <a:r>
              <a:rPr lang="en-US" altLang="en-US" sz="1750"/>
              <a:t>Разработать</a:t>
            </a:r>
            <a:r>
              <a:rPr lang="en-US" altLang="ru-RU" sz="1750"/>
              <a:t> </a:t>
            </a:r>
            <a:r>
              <a:rPr lang="en-US" altLang="en-US" sz="1750"/>
              <a:t>удобное</a:t>
            </a:r>
            <a:r>
              <a:rPr lang="en-US" altLang="ru-RU" sz="1750"/>
              <a:t> </a:t>
            </a:r>
            <a:r>
              <a:rPr lang="en-US" altLang="en-US" sz="1750"/>
              <a:t>приложение</a:t>
            </a:r>
            <a:r>
              <a:rPr lang="en-US" altLang="ru-RU" sz="1750"/>
              <a:t> </a:t>
            </a:r>
            <a:r>
              <a:rPr lang="en-US" altLang="en-US" sz="1750"/>
              <a:t>на</a:t>
            </a:r>
            <a:r>
              <a:rPr lang="en-US" altLang="ru-RU" sz="1750"/>
              <a:t> Python </a:t>
            </a:r>
            <a:r>
              <a:rPr lang="en-US" altLang="en-US" sz="1750"/>
              <a:t>для</a:t>
            </a:r>
            <a:r>
              <a:rPr lang="en-US" altLang="ru-RU" sz="1750"/>
              <a:t> </a:t>
            </a:r>
            <a:r>
              <a:rPr lang="en-US" altLang="en-US" sz="1750"/>
              <a:t>работы</a:t>
            </a:r>
            <a:r>
              <a:rPr lang="en-US" altLang="ru-RU" sz="1750"/>
              <a:t> </a:t>
            </a:r>
            <a:r>
              <a:rPr lang="en-US" altLang="en-US" sz="1750"/>
              <a:t>с</a:t>
            </a:r>
            <a:r>
              <a:rPr lang="en-US" altLang="ru-RU" sz="1750"/>
              <a:t> QR-</a:t>
            </a:r>
            <a:r>
              <a:rPr lang="en-US" altLang="en-US" sz="1750"/>
              <a:t>кодами</a:t>
            </a:r>
            <a:r>
              <a:rPr lang="en-US" altLang="ru-RU" sz="1750"/>
              <a:t>.</a:t>
            </a:r>
            <a:endParaRPr lang="en-US" altLang="ru-RU" sz="1750"/>
          </a:p>
          <a:p>
            <a:endParaRPr lang="en-US" altLang="ru-RU" sz="2000"/>
          </a:p>
          <a:p>
            <a:r>
              <a:rPr lang="en-US" altLang="en-US" sz="2000"/>
              <a:t>Задачи</a:t>
            </a:r>
            <a:r>
              <a:rPr lang="en-US" altLang="ru-RU" sz="2000"/>
              <a:t>:</a:t>
            </a:r>
            <a:endParaRPr lang="en-US" altLang="ru-RU" sz="2000"/>
          </a:p>
          <a:p>
            <a:pPr lvl="1"/>
            <a:r>
              <a:rPr lang="en-US" altLang="en-US" sz="1750"/>
              <a:t>Реализовать</a:t>
            </a:r>
            <a:r>
              <a:rPr lang="en-US" altLang="ru-RU" sz="1750"/>
              <a:t> </a:t>
            </a:r>
            <a:r>
              <a:rPr lang="en-US" altLang="en-US" sz="1750"/>
              <a:t>сканирование</a:t>
            </a:r>
            <a:r>
              <a:rPr lang="en-US" altLang="ru-RU" sz="1750"/>
              <a:t> QR-</a:t>
            </a:r>
            <a:r>
              <a:rPr lang="en-US" altLang="en-US" sz="1750"/>
              <a:t>кодов</a:t>
            </a:r>
            <a:r>
              <a:rPr lang="en-US" altLang="ru-RU" sz="1750"/>
              <a:t> </a:t>
            </a:r>
            <a:r>
              <a:rPr lang="en-US" altLang="en-US" sz="1750"/>
              <a:t>с</a:t>
            </a:r>
            <a:r>
              <a:rPr lang="en-US" altLang="ru-RU" sz="1750"/>
              <a:t> </a:t>
            </a:r>
            <a:r>
              <a:rPr lang="en-US" altLang="en-US" sz="1750"/>
              <a:t>камеры</a:t>
            </a:r>
            <a:r>
              <a:rPr lang="en-US" altLang="ru-RU" sz="1750"/>
              <a:t>.</a:t>
            </a:r>
            <a:endParaRPr lang="en-US" altLang="ru-RU" sz="1750"/>
          </a:p>
          <a:p>
            <a:pPr lvl="1"/>
            <a:endParaRPr lang="en-US" altLang="ru-RU" sz="1750"/>
          </a:p>
          <a:p>
            <a:pPr lvl="1"/>
            <a:r>
              <a:rPr lang="en-US" altLang="en-US" sz="1750"/>
              <a:t>Добавить</a:t>
            </a:r>
            <a:r>
              <a:rPr lang="en-US" altLang="ru-RU" sz="1750"/>
              <a:t> </a:t>
            </a:r>
            <a:r>
              <a:rPr lang="en-US" altLang="en-US" sz="1750"/>
              <a:t>генерацию</a:t>
            </a:r>
            <a:r>
              <a:rPr lang="en-US" altLang="ru-RU" sz="1750"/>
              <a:t> QR-</a:t>
            </a:r>
            <a:r>
              <a:rPr lang="en-US" altLang="en-US" sz="1750"/>
              <a:t>кодов</a:t>
            </a:r>
            <a:r>
              <a:rPr lang="ru-RU" altLang="en-US" sz="1750"/>
              <a:t>.</a:t>
            </a:r>
            <a:endParaRPr lang="en-US" altLang="ru-RU" sz="1750"/>
          </a:p>
          <a:p>
            <a:pPr lvl="1"/>
            <a:endParaRPr lang="en-US" altLang="ru-RU" sz="1750"/>
          </a:p>
          <a:p>
            <a:pPr lvl="1"/>
            <a:r>
              <a:rPr lang="en-US" altLang="en-US" sz="1750"/>
              <a:t>Сделать</a:t>
            </a:r>
            <a:r>
              <a:rPr lang="en-US" altLang="ru-RU" sz="1750"/>
              <a:t> </a:t>
            </a:r>
            <a:r>
              <a:rPr lang="en-US" altLang="en-US" sz="1750"/>
              <a:t>простой</a:t>
            </a:r>
            <a:r>
              <a:rPr lang="en-US" altLang="ru-RU" sz="1750"/>
              <a:t> </a:t>
            </a:r>
            <a:r>
              <a:rPr lang="en-US" altLang="en-US" sz="1750"/>
              <a:t>и</a:t>
            </a:r>
            <a:r>
              <a:rPr lang="en-US" altLang="ru-RU" sz="1750"/>
              <a:t> </a:t>
            </a:r>
            <a:r>
              <a:rPr lang="en-US" altLang="en-US" sz="1750"/>
              <a:t>интуитивный</a:t>
            </a:r>
            <a:r>
              <a:rPr lang="en-US" altLang="ru-RU" sz="1750"/>
              <a:t> </a:t>
            </a:r>
            <a:r>
              <a:rPr lang="en-US" altLang="en-US" sz="1750"/>
              <a:t>интерфейс</a:t>
            </a:r>
            <a:r>
              <a:rPr lang="en-US" altLang="ru-RU" sz="1750"/>
              <a:t>.</a:t>
            </a:r>
            <a:endParaRPr lang="en-US" altLang="ru-RU" sz="17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773430"/>
            <a:ext cx="10972800" cy="582613"/>
          </a:xfrm>
        </p:spPr>
        <p:txBody>
          <a:bodyPr/>
          <a:p>
            <a:r>
              <a:rPr lang="en-US" altLang="en-US"/>
              <a:t>Технологии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инструменты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1692275"/>
            <a:ext cx="10972800" cy="4435475"/>
          </a:xfrm>
        </p:spPr>
        <p:txBody>
          <a:bodyPr/>
          <a:p>
            <a:r>
              <a:rPr lang="en-US" altLang="en-US" sz="2000"/>
              <a:t>Язык</a:t>
            </a:r>
            <a:r>
              <a:rPr lang="en-US" altLang="ru-RU" sz="2000"/>
              <a:t> </a:t>
            </a:r>
            <a:r>
              <a:rPr lang="en-US" altLang="en-US" sz="2000"/>
              <a:t>программирования</a:t>
            </a:r>
            <a:r>
              <a:rPr lang="en-US" altLang="ru-RU" sz="2000"/>
              <a:t>: Python</a:t>
            </a:r>
            <a:endParaRPr lang="en-US" altLang="ru-RU" sz="2000"/>
          </a:p>
          <a:p>
            <a:endParaRPr lang="en-US" altLang="ru-RU" sz="2000"/>
          </a:p>
          <a:p>
            <a:r>
              <a:rPr lang="en-US" altLang="en-US" sz="2000"/>
              <a:t>Библиотеки</a:t>
            </a:r>
            <a:r>
              <a:rPr lang="en-US" altLang="ru-RU" sz="2000"/>
              <a:t>:</a:t>
            </a:r>
            <a:endParaRPr lang="en-US" altLang="ru-RU" sz="2000"/>
          </a:p>
          <a:p>
            <a:pPr lvl="1"/>
            <a:r>
              <a:rPr lang="en-US" altLang="ru-RU" sz="1750"/>
              <a:t>qrcode – </a:t>
            </a:r>
            <a:r>
              <a:rPr lang="en-US" altLang="en-US" sz="1750"/>
              <a:t>для</a:t>
            </a:r>
            <a:r>
              <a:rPr lang="en-US" altLang="ru-RU" sz="1750"/>
              <a:t> </a:t>
            </a:r>
            <a:r>
              <a:rPr lang="en-US" altLang="en-US" sz="1750"/>
              <a:t>генерации</a:t>
            </a:r>
            <a:r>
              <a:rPr lang="en-US" altLang="ru-RU" sz="1750"/>
              <a:t> QR-</a:t>
            </a:r>
            <a:r>
              <a:rPr lang="en-US" altLang="en-US" sz="1750"/>
              <a:t>кодов</a:t>
            </a:r>
            <a:r>
              <a:rPr lang="en-US" altLang="ru-RU" sz="1750"/>
              <a:t>.</a:t>
            </a:r>
            <a:endParaRPr lang="en-US" altLang="ru-RU" sz="1750"/>
          </a:p>
          <a:p>
            <a:pPr lvl="1"/>
            <a:endParaRPr lang="en-US" altLang="ru-RU" sz="1750"/>
          </a:p>
          <a:p>
            <a:pPr lvl="1"/>
            <a:r>
              <a:rPr lang="en-US" altLang="ru-RU" sz="1750"/>
              <a:t>opencv-python (cv2) – </a:t>
            </a:r>
            <a:r>
              <a:rPr lang="en-US" altLang="en-US" sz="1750"/>
              <a:t>для</a:t>
            </a:r>
            <a:r>
              <a:rPr lang="en-US" altLang="ru-RU" sz="1750"/>
              <a:t> </a:t>
            </a:r>
            <a:r>
              <a:rPr lang="en-US" altLang="en-US" sz="1750"/>
              <a:t>сканирования</a:t>
            </a:r>
            <a:r>
              <a:rPr lang="en-US" altLang="ru-RU" sz="1750"/>
              <a:t> QR-</a:t>
            </a:r>
            <a:r>
              <a:rPr lang="en-US" altLang="en-US" sz="1750"/>
              <a:t>кодов</a:t>
            </a:r>
            <a:r>
              <a:rPr lang="en-US" altLang="ru-RU" sz="1750"/>
              <a:t>.</a:t>
            </a:r>
            <a:endParaRPr lang="en-US" altLang="ru-RU" sz="1750"/>
          </a:p>
          <a:p>
            <a:pPr lvl="1"/>
            <a:endParaRPr lang="en-US" altLang="ru-RU" sz="1750"/>
          </a:p>
          <a:p>
            <a:pPr lvl="1"/>
            <a:r>
              <a:rPr lang="en-US" altLang="ru-RU" sz="1750"/>
              <a:t>Pillow (PIL) – </a:t>
            </a:r>
            <a:r>
              <a:rPr lang="en-US" altLang="en-US" sz="1750"/>
              <a:t>работа</a:t>
            </a:r>
            <a:r>
              <a:rPr lang="en-US" altLang="ru-RU" sz="1750"/>
              <a:t> </a:t>
            </a:r>
            <a:r>
              <a:rPr lang="en-US" altLang="en-US" sz="1750"/>
              <a:t>с</a:t>
            </a:r>
            <a:r>
              <a:rPr lang="en-US" altLang="ru-RU" sz="1750"/>
              <a:t> </a:t>
            </a:r>
            <a:r>
              <a:rPr lang="en-US" altLang="en-US" sz="1750"/>
              <a:t>изображениями</a:t>
            </a:r>
            <a:r>
              <a:rPr lang="en-US" altLang="ru-RU" sz="1750"/>
              <a:t>.</a:t>
            </a:r>
            <a:endParaRPr lang="en-US" altLang="ru-RU" sz="1750"/>
          </a:p>
          <a:p>
            <a:pPr lvl="1"/>
            <a:endParaRPr lang="en-US" altLang="ru-RU" sz="1750"/>
          </a:p>
          <a:p>
            <a:pPr lvl="1"/>
            <a:r>
              <a:rPr lang="en-US" altLang="ru-RU" sz="1750"/>
              <a:t>tkinter </a:t>
            </a:r>
            <a:r>
              <a:rPr lang="ru-RU" altLang="en-US" sz="1750"/>
              <a:t>- создание пользовательского интерфейса.</a:t>
            </a:r>
            <a:endParaRPr lang="en-US" altLang="ru-RU" sz="1750"/>
          </a:p>
          <a:p>
            <a:endParaRPr lang="en-US" altLang="ru-RU" sz="2000"/>
          </a:p>
          <a:p>
            <a:r>
              <a:rPr lang="en-US" altLang="en-US" sz="2000">
                <a:sym typeface="+mn-ea"/>
              </a:rPr>
              <a:t>Среда</a:t>
            </a:r>
            <a:r>
              <a:rPr lang="en-US" altLang="ru-RU" sz="2000">
                <a:sym typeface="+mn-ea"/>
              </a:rPr>
              <a:t> </a:t>
            </a:r>
            <a:r>
              <a:rPr lang="en-US" altLang="en-US" sz="2000">
                <a:sym typeface="+mn-ea"/>
              </a:rPr>
              <a:t>разработки</a:t>
            </a:r>
            <a:r>
              <a:rPr lang="en-US" altLang="ru-RU" sz="2000">
                <a:sym typeface="+mn-ea"/>
              </a:rPr>
              <a:t>: PyCharm</a:t>
            </a:r>
            <a:endParaRPr lang="en-US" altLang="ru-RU" sz="2000"/>
          </a:p>
          <a:p>
            <a:endParaRPr lang="en-US" altLang="ru-RU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773430"/>
            <a:ext cx="10972800" cy="582613"/>
          </a:xfrm>
        </p:spPr>
        <p:txBody>
          <a:bodyPr/>
          <a:p>
            <a:r>
              <a:rPr lang="en-US" altLang="en-US"/>
              <a:t>Функционал</a:t>
            </a:r>
            <a:r>
              <a:rPr lang="en-US" altLang="ru-RU"/>
              <a:t> </a:t>
            </a:r>
            <a:r>
              <a:rPr lang="en-US" altLang="en-US"/>
              <a:t>приложения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1624330"/>
            <a:ext cx="10972800" cy="4503420"/>
          </a:xfrm>
        </p:spPr>
        <p:txBody>
          <a:bodyPr/>
          <a:p>
            <a:r>
              <a:rPr lang="en-US" altLang="en-US" sz="2000"/>
              <a:t>Сканирование</a:t>
            </a:r>
            <a:r>
              <a:rPr lang="en-US" altLang="ru-RU" sz="2000"/>
              <a:t> QR-</a:t>
            </a:r>
            <a:r>
              <a:rPr lang="en-US" altLang="en-US" sz="2000"/>
              <a:t>кодов</a:t>
            </a:r>
            <a:r>
              <a:rPr lang="en-US" altLang="ru-RU" sz="2000"/>
              <a:t>:</a:t>
            </a:r>
            <a:endParaRPr lang="en-US" altLang="ru-RU" sz="2000"/>
          </a:p>
          <a:p>
            <a:pPr lvl="1"/>
            <a:r>
              <a:rPr lang="en-US" altLang="en-US" sz="1750"/>
              <a:t>С</a:t>
            </a:r>
            <a:r>
              <a:rPr lang="en-US" altLang="ru-RU" sz="1750"/>
              <a:t> </a:t>
            </a:r>
            <a:r>
              <a:rPr lang="en-US" altLang="en-US" sz="1750"/>
              <a:t>камеры</a:t>
            </a:r>
            <a:r>
              <a:rPr lang="en-US" altLang="ru-RU" sz="1750"/>
              <a:t> </a:t>
            </a:r>
            <a:r>
              <a:rPr lang="en-US" altLang="en-US" sz="1750"/>
              <a:t>в</a:t>
            </a:r>
            <a:r>
              <a:rPr lang="en-US" altLang="ru-RU" sz="1750"/>
              <a:t> </a:t>
            </a:r>
            <a:r>
              <a:rPr lang="en-US" altLang="en-US" sz="1750"/>
              <a:t>реальном</a:t>
            </a:r>
            <a:r>
              <a:rPr lang="en-US" altLang="ru-RU" sz="1750"/>
              <a:t> </a:t>
            </a:r>
            <a:r>
              <a:rPr lang="en-US" altLang="en-US" sz="1750"/>
              <a:t>времени</a:t>
            </a:r>
            <a:r>
              <a:rPr lang="ru-RU" altLang="en-US" sz="1750"/>
              <a:t> с автоматическим открытием ссылок</a:t>
            </a:r>
            <a:r>
              <a:rPr lang="en-US" altLang="ru-RU" sz="1750"/>
              <a:t>.</a:t>
            </a:r>
            <a:br>
              <a:rPr lang="en-US" altLang="ru-RU" sz="1750"/>
            </a:br>
            <a:endParaRPr lang="en-US" altLang="ru-RU" sz="1750"/>
          </a:p>
          <a:p>
            <a:pPr lvl="1"/>
            <a:r>
              <a:rPr lang="ru-RU" altLang="en-US" sz="1750"/>
              <a:t>С камеры в реальном времени считываются штрих-коды</a:t>
            </a:r>
            <a:endParaRPr lang="ru-RU" altLang="en-US" sz="1750"/>
          </a:p>
          <a:p>
            <a:pPr marL="457200" lvl="1" indent="0">
              <a:buNone/>
            </a:pPr>
            <a:r>
              <a:rPr lang="ru-RU" altLang="en-US" sz="1750"/>
              <a:t> с выводом информации в консоль</a:t>
            </a:r>
            <a:endParaRPr lang="en-US" altLang="ru-RU" sz="1750"/>
          </a:p>
          <a:p>
            <a:endParaRPr lang="en-US" altLang="ru-RU" sz="2000"/>
          </a:p>
          <a:p>
            <a:r>
              <a:rPr lang="en-US" altLang="en-US" sz="2000"/>
              <a:t>Создание</a:t>
            </a:r>
            <a:r>
              <a:rPr lang="en-US" altLang="ru-RU" sz="2000"/>
              <a:t> QR-</a:t>
            </a:r>
            <a:r>
              <a:rPr lang="en-US" altLang="en-US" sz="2000"/>
              <a:t>кодов</a:t>
            </a:r>
            <a:r>
              <a:rPr lang="en-US" altLang="ru-RU" sz="2000"/>
              <a:t>:</a:t>
            </a:r>
            <a:endParaRPr lang="en-US" altLang="ru-RU" sz="2000"/>
          </a:p>
          <a:p>
            <a:pPr lvl="1"/>
            <a:r>
              <a:rPr lang="en-US" altLang="en-US" sz="1750"/>
              <a:t>Текс</a:t>
            </a:r>
            <a:r>
              <a:rPr lang="ru-RU" altLang="en-US" sz="1750"/>
              <a:t>т</a:t>
            </a:r>
            <a:endParaRPr lang="ru-RU" altLang="en-US" sz="1750"/>
          </a:p>
          <a:p>
            <a:pPr lvl="1"/>
            <a:endParaRPr lang="ru-RU" altLang="en-US" sz="1750"/>
          </a:p>
          <a:p>
            <a:pPr lvl="1"/>
            <a:r>
              <a:rPr lang="en-US" altLang="ru-RU" sz="1750"/>
              <a:t>URL</a:t>
            </a:r>
            <a:endParaRPr lang="en-US" altLang="ru-RU" sz="1750"/>
          </a:p>
          <a:p>
            <a:pPr lvl="1"/>
            <a:endParaRPr lang="en-US" altLang="ru-RU" sz="1750"/>
          </a:p>
          <a:p>
            <a:pPr lvl="1"/>
            <a:r>
              <a:rPr lang="ru-RU" altLang="en-US" sz="1750"/>
              <a:t>К</a:t>
            </a:r>
            <a:r>
              <a:rPr lang="en-US" altLang="en-US" sz="1750"/>
              <a:t>онтакты</a:t>
            </a:r>
            <a:endParaRPr lang="en-US" altLang="ru-RU" sz="1750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7540" y="3575050"/>
            <a:ext cx="4848225" cy="26765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773430"/>
            <a:ext cx="10972800" cy="582613"/>
          </a:xfrm>
        </p:spPr>
        <p:txBody>
          <a:bodyPr/>
          <a:p>
            <a:r>
              <a:rPr lang="ru-RU" altLang="en-US"/>
              <a:t>Демонстрация</a:t>
            </a:r>
            <a:endParaRPr lang="ru-RU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1356360"/>
            <a:ext cx="10972800" cy="4953000"/>
          </a:xfrm>
        </p:spPr>
        <p:txBody>
          <a:bodyPr/>
          <a:p>
            <a:endParaRPr lang="ru-RU" altLang="en-US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773430"/>
            <a:ext cx="10972800" cy="582613"/>
          </a:xfrm>
        </p:spPr>
        <p:txBody>
          <a:bodyPr/>
          <a:p>
            <a:r>
              <a:rPr lang="en-US" altLang="en-US"/>
              <a:t>Сложности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решения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1356360"/>
            <a:ext cx="10972800" cy="4953000"/>
          </a:xfrm>
        </p:spPr>
        <p:txBody>
          <a:bodyPr/>
          <a:p>
            <a:r>
              <a:rPr lang="en-US" altLang="en-US" sz="2000"/>
              <a:t>Проблема</a:t>
            </a:r>
            <a:r>
              <a:rPr lang="en-US" altLang="ru-RU" sz="2000"/>
              <a:t> 1: </a:t>
            </a:r>
            <a:r>
              <a:rPr lang="en-US" altLang="en-US" sz="2000"/>
              <a:t>Трудности</a:t>
            </a:r>
            <a:r>
              <a:rPr lang="en-US" altLang="ru-RU" sz="2000"/>
              <a:t> </a:t>
            </a:r>
            <a:r>
              <a:rPr lang="en-US" altLang="en-US" sz="2000"/>
              <a:t>с</a:t>
            </a:r>
            <a:r>
              <a:rPr lang="en-US" altLang="ru-RU" sz="2000"/>
              <a:t> </a:t>
            </a:r>
            <a:r>
              <a:rPr lang="en-US" altLang="en-US" sz="2000"/>
              <a:t>распознаванием</a:t>
            </a:r>
            <a:r>
              <a:rPr lang="en-US" altLang="ru-RU" sz="2000"/>
              <a:t> QR-</a:t>
            </a:r>
            <a:r>
              <a:rPr lang="en-US" altLang="en-US" sz="2000"/>
              <a:t>кодов</a:t>
            </a:r>
            <a:r>
              <a:rPr lang="en-US" altLang="ru-RU" sz="2000"/>
              <a:t> </a:t>
            </a:r>
            <a:r>
              <a:rPr lang="en-US" altLang="en-US" sz="2000"/>
              <a:t>при</a:t>
            </a:r>
            <a:r>
              <a:rPr lang="en-US" altLang="ru-RU" sz="2000"/>
              <a:t> </a:t>
            </a:r>
            <a:r>
              <a:rPr lang="en-US" altLang="en-US" sz="2000"/>
              <a:t>плохом</a:t>
            </a:r>
            <a:r>
              <a:rPr lang="en-US" altLang="ru-RU" sz="2000"/>
              <a:t> </a:t>
            </a:r>
            <a:r>
              <a:rPr lang="en-US" altLang="en-US" sz="2000"/>
              <a:t>освещении</a:t>
            </a:r>
            <a:r>
              <a:rPr lang="en-US" altLang="ru-RU" sz="2000"/>
              <a:t>.</a:t>
            </a:r>
            <a:endParaRPr lang="en-US" altLang="ru-RU" sz="2000"/>
          </a:p>
          <a:p>
            <a:endParaRPr lang="en-US" altLang="ru-RU" sz="2000"/>
          </a:p>
          <a:p>
            <a:pPr lvl="1"/>
            <a:r>
              <a:rPr lang="en-US" altLang="en-US" sz="1750"/>
              <a:t>Решение</a:t>
            </a:r>
            <a:r>
              <a:rPr lang="en-US" altLang="ru-RU" sz="1750"/>
              <a:t>: </a:t>
            </a:r>
            <a:endParaRPr lang="en-US" altLang="ru-RU" sz="1750"/>
          </a:p>
          <a:p>
            <a:pPr lvl="1"/>
            <a:endParaRPr lang="en-US" altLang="ru-RU" sz="1750"/>
          </a:p>
          <a:p>
            <a:pPr marL="457200" lvl="1" indent="457200">
              <a:buNone/>
            </a:pPr>
            <a:r>
              <a:rPr lang="en-US" altLang="en-US" sz="1750"/>
              <a:t>Добавление</a:t>
            </a:r>
            <a:r>
              <a:rPr lang="en-US" altLang="ru-RU" sz="1750"/>
              <a:t> </a:t>
            </a:r>
            <a:r>
              <a:rPr lang="en-US" altLang="en-US" sz="1750"/>
              <a:t>предварительной</a:t>
            </a:r>
            <a:r>
              <a:rPr lang="en-US" altLang="ru-RU" sz="1750"/>
              <a:t> </a:t>
            </a:r>
            <a:r>
              <a:rPr lang="en-US" altLang="en-US" sz="1750"/>
              <a:t>обработки</a:t>
            </a:r>
            <a:r>
              <a:rPr lang="en-US" altLang="ru-RU" sz="1750"/>
              <a:t> </a:t>
            </a:r>
            <a:r>
              <a:rPr lang="en-US" altLang="en-US" sz="1750"/>
              <a:t>изображения</a:t>
            </a:r>
            <a:r>
              <a:rPr lang="en-US" altLang="ru-RU" sz="1750"/>
              <a:t> (</a:t>
            </a:r>
            <a:r>
              <a:rPr lang="en-US" altLang="en-US" sz="1750"/>
              <a:t>контраст</a:t>
            </a:r>
            <a:r>
              <a:rPr lang="en-US" altLang="ru-RU" sz="1750"/>
              <a:t>, </a:t>
            </a:r>
            <a:r>
              <a:rPr lang="en-US" altLang="en-US" sz="1750"/>
              <a:t>фильтры</a:t>
            </a:r>
            <a:r>
              <a:rPr lang="en-US" altLang="ru-RU" sz="1750"/>
              <a:t>).</a:t>
            </a:r>
            <a:endParaRPr lang="en-US" altLang="ru-RU" sz="1750"/>
          </a:p>
          <a:p>
            <a:endParaRPr lang="en-US" altLang="ru-RU" sz="2000"/>
          </a:p>
          <a:p>
            <a:r>
              <a:rPr lang="en-US" altLang="en-US" sz="2000"/>
              <a:t>Проблема</a:t>
            </a:r>
            <a:r>
              <a:rPr lang="en-US" altLang="ru-RU" sz="2000"/>
              <a:t> 2: </a:t>
            </a:r>
            <a:r>
              <a:rPr lang="en-US" altLang="en-US" sz="2000"/>
              <a:t>Ограничения</a:t>
            </a:r>
            <a:r>
              <a:rPr lang="en-US" altLang="ru-RU" sz="2000"/>
              <a:t> tkinter </a:t>
            </a:r>
            <a:r>
              <a:rPr lang="en-US" altLang="en-US" sz="2000"/>
              <a:t>для</a:t>
            </a:r>
            <a:r>
              <a:rPr lang="en-US" altLang="ru-RU" sz="2000"/>
              <a:t> </a:t>
            </a:r>
            <a:r>
              <a:rPr lang="en-US" altLang="en-US" sz="2000"/>
              <a:t>красивого</a:t>
            </a:r>
            <a:r>
              <a:rPr lang="en-US" altLang="ru-RU" sz="2000"/>
              <a:t> GUI.</a:t>
            </a:r>
            <a:endParaRPr lang="en-US" altLang="ru-RU" sz="2000"/>
          </a:p>
          <a:p>
            <a:endParaRPr lang="en-US" altLang="ru-RU" sz="2000"/>
          </a:p>
          <a:p>
            <a:pPr lvl="1"/>
            <a:r>
              <a:rPr lang="en-US" altLang="en-US" sz="1750"/>
              <a:t>Решение</a:t>
            </a:r>
            <a:r>
              <a:rPr lang="en-US" altLang="ru-RU" sz="1750"/>
              <a:t>:</a:t>
            </a:r>
            <a:endParaRPr lang="en-US" altLang="ru-RU" sz="1750"/>
          </a:p>
          <a:p>
            <a:pPr lvl="1"/>
            <a:endParaRPr lang="en-US" altLang="ru-RU" sz="1750"/>
          </a:p>
          <a:p>
            <a:pPr marL="457200" lvl="1" indent="457200">
              <a:buNone/>
            </a:pPr>
            <a:r>
              <a:rPr lang="en-US" altLang="en-US" sz="1750"/>
              <a:t>Использование</a:t>
            </a:r>
            <a:r>
              <a:rPr lang="en-US" altLang="ru-RU" sz="1750"/>
              <a:t> PyQt </a:t>
            </a:r>
            <a:r>
              <a:rPr lang="en-US" altLang="en-US" sz="1750"/>
              <a:t>или</a:t>
            </a:r>
            <a:r>
              <a:rPr lang="en-US" altLang="ru-RU" sz="1750"/>
              <a:t> Kivy </a:t>
            </a:r>
            <a:r>
              <a:rPr lang="en-US" altLang="en-US" sz="1750"/>
              <a:t>для</a:t>
            </a:r>
            <a:r>
              <a:rPr lang="en-US" altLang="ru-RU" sz="1750"/>
              <a:t> </a:t>
            </a:r>
            <a:r>
              <a:rPr lang="en-US" altLang="en-US" sz="1750"/>
              <a:t>более</a:t>
            </a:r>
            <a:r>
              <a:rPr lang="en-US" altLang="ru-RU" sz="1750"/>
              <a:t> </a:t>
            </a:r>
            <a:r>
              <a:rPr lang="en-US" altLang="en-US" sz="1750"/>
              <a:t>современного</a:t>
            </a:r>
            <a:r>
              <a:rPr lang="en-US" altLang="ru-RU" sz="1750"/>
              <a:t> </a:t>
            </a:r>
            <a:r>
              <a:rPr lang="en-US" altLang="en-US" sz="1750"/>
              <a:t>интерфейса</a:t>
            </a:r>
            <a:r>
              <a:rPr lang="en-US" altLang="ru-RU" sz="1750"/>
              <a:t>.</a:t>
            </a:r>
            <a:endParaRPr lang="en-US" altLang="ru-RU" sz="17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773430"/>
            <a:ext cx="10972800" cy="582613"/>
          </a:xfrm>
        </p:spPr>
        <p:txBody>
          <a:bodyPr/>
          <a:p>
            <a:r>
              <a:rPr lang="en-US" altLang="en-US"/>
              <a:t>Итоги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выводы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1356360"/>
            <a:ext cx="10972800" cy="4953000"/>
          </a:xfrm>
        </p:spPr>
        <p:txBody>
          <a:bodyPr/>
          <a:p>
            <a:r>
              <a:rPr lang="en-US" altLang="en-US" sz="2000"/>
              <a:t>Проект</a:t>
            </a:r>
            <a:r>
              <a:rPr lang="en-US" altLang="ru-RU" sz="2000"/>
              <a:t> </a:t>
            </a:r>
            <a:r>
              <a:rPr lang="en-US" altLang="en-US" sz="2000"/>
              <a:t>помог</a:t>
            </a:r>
            <a:r>
              <a:rPr lang="en-US" altLang="ru-RU" sz="2000"/>
              <a:t> </a:t>
            </a:r>
            <a:r>
              <a:rPr lang="en-US" altLang="en-US" sz="2000"/>
              <a:t>закрепить</a:t>
            </a:r>
            <a:r>
              <a:rPr lang="en-US" altLang="ru-RU" sz="2000"/>
              <a:t> </a:t>
            </a:r>
            <a:r>
              <a:rPr lang="en-US" altLang="en-US" sz="2000"/>
              <a:t>навыки</a:t>
            </a:r>
            <a:r>
              <a:rPr lang="en-US" altLang="ru-RU" sz="2000"/>
              <a:t> </a:t>
            </a:r>
            <a:r>
              <a:rPr lang="en-US" altLang="en-US" sz="2000"/>
              <a:t>работы</a:t>
            </a:r>
            <a:r>
              <a:rPr lang="en-US" altLang="ru-RU" sz="2000"/>
              <a:t> </a:t>
            </a:r>
            <a:r>
              <a:rPr lang="en-US" altLang="en-US" sz="2000"/>
              <a:t>с</a:t>
            </a:r>
            <a:r>
              <a:rPr lang="en-US" altLang="ru-RU" sz="2000"/>
              <a:t>:</a:t>
            </a:r>
            <a:endParaRPr lang="en-US" altLang="ru-RU" sz="2000"/>
          </a:p>
          <a:p>
            <a:endParaRPr lang="en-US" altLang="ru-RU" sz="2000"/>
          </a:p>
          <a:p>
            <a:pPr lvl="1"/>
            <a:r>
              <a:rPr lang="en-US" altLang="en-US" sz="1750"/>
              <a:t>Библиотеками</a:t>
            </a:r>
            <a:r>
              <a:rPr lang="en-US" altLang="ru-RU" sz="1750"/>
              <a:t> Python (qrcode, opencv).</a:t>
            </a:r>
            <a:endParaRPr lang="en-US" altLang="ru-RU" sz="1750"/>
          </a:p>
          <a:p>
            <a:pPr lvl="1"/>
            <a:endParaRPr lang="en-US" altLang="ru-RU" sz="1750"/>
          </a:p>
          <a:p>
            <a:pPr lvl="1"/>
            <a:r>
              <a:rPr lang="en-US" altLang="en-US" sz="1750"/>
              <a:t>Разработкой</a:t>
            </a:r>
            <a:r>
              <a:rPr lang="en-US" altLang="ru-RU" sz="1750"/>
              <a:t> GUI.</a:t>
            </a:r>
            <a:endParaRPr lang="en-US" altLang="ru-RU" sz="1750"/>
          </a:p>
          <a:p>
            <a:pPr lvl="1"/>
            <a:endParaRPr lang="en-US" altLang="ru-RU" sz="1750"/>
          </a:p>
          <a:p>
            <a:pPr lvl="1"/>
            <a:r>
              <a:rPr lang="en-US" altLang="en-US" sz="1750"/>
              <a:t>Обработкой</a:t>
            </a:r>
            <a:r>
              <a:rPr lang="en-US" altLang="ru-RU" sz="1750"/>
              <a:t> </a:t>
            </a:r>
            <a:r>
              <a:rPr lang="en-US" altLang="en-US" sz="1750"/>
              <a:t>изображений</a:t>
            </a:r>
            <a:r>
              <a:rPr lang="en-US" altLang="ru-RU" sz="1750"/>
              <a:t>.</a:t>
            </a:r>
            <a:endParaRPr lang="en-US" altLang="ru-RU" sz="1750"/>
          </a:p>
          <a:p>
            <a:endParaRPr lang="en-US" altLang="ru-RU" sz="2000"/>
          </a:p>
          <a:p>
            <a:r>
              <a:rPr lang="en-US" altLang="en-US" sz="2000"/>
              <a:t>Приложение</a:t>
            </a:r>
            <a:r>
              <a:rPr lang="en-US" altLang="ru-RU" sz="2000"/>
              <a:t> </a:t>
            </a:r>
            <a:r>
              <a:rPr lang="en-US" altLang="en-US" sz="2000"/>
              <a:t>можно</a:t>
            </a:r>
            <a:r>
              <a:rPr lang="en-US" altLang="ru-RU" sz="2000"/>
              <a:t> </a:t>
            </a:r>
            <a:r>
              <a:rPr lang="en-US" altLang="en-US" sz="2000"/>
              <a:t>использовать</a:t>
            </a:r>
            <a:r>
              <a:rPr lang="en-US" altLang="ru-RU" sz="2000"/>
              <a:t> </a:t>
            </a:r>
            <a:r>
              <a:rPr lang="en-US" altLang="en-US" sz="2000"/>
              <a:t>в</a:t>
            </a:r>
            <a:r>
              <a:rPr lang="en-US" altLang="ru-RU" sz="2000"/>
              <a:t> </a:t>
            </a:r>
            <a:r>
              <a:rPr lang="en-US" altLang="en-US" sz="2000"/>
              <a:t>реальной</a:t>
            </a:r>
            <a:r>
              <a:rPr lang="en-US" altLang="ru-RU" sz="2000"/>
              <a:t> </a:t>
            </a:r>
            <a:r>
              <a:rPr lang="en-US" altLang="en-US" sz="2000"/>
              <a:t>жизни</a:t>
            </a:r>
            <a:r>
              <a:rPr lang="en-US" altLang="ru-RU" sz="2000"/>
              <a:t> </a:t>
            </a:r>
            <a:endParaRPr lang="en-US" altLang="ru-RU" sz="2000"/>
          </a:p>
          <a:p>
            <a:pPr marL="0" indent="457200">
              <a:buNone/>
            </a:pPr>
            <a:r>
              <a:rPr lang="en-US" altLang="ru-RU" sz="2000"/>
              <a:t>(</a:t>
            </a:r>
            <a:r>
              <a:rPr lang="en-US" altLang="en-US" sz="2000"/>
              <a:t>например</a:t>
            </a:r>
            <a:r>
              <a:rPr lang="en-US" altLang="ru-RU" sz="2000"/>
              <a:t>, </a:t>
            </a:r>
            <a:r>
              <a:rPr lang="en-US" altLang="en-US" sz="2000"/>
              <a:t>для</a:t>
            </a:r>
            <a:r>
              <a:rPr lang="en-US" altLang="ru-RU" sz="2000"/>
              <a:t> </a:t>
            </a:r>
            <a:r>
              <a:rPr lang="en-US" altLang="en-US" sz="2000"/>
              <a:t>быстро</a:t>
            </a:r>
            <a:r>
              <a:rPr lang="ru-RU" altLang="en-US" sz="2000"/>
              <a:t>й отправки ссылок</a:t>
            </a:r>
            <a:r>
              <a:rPr lang="en-US" altLang="ru-RU" sz="2000"/>
              <a:t>)</a:t>
            </a:r>
            <a:endParaRPr lang="en-US" altLang="ru-RU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773430"/>
            <a:ext cx="10972800" cy="582613"/>
          </a:xfrm>
        </p:spPr>
        <p:txBody>
          <a:bodyPr/>
          <a:p>
            <a:r>
              <a:rPr lang="en-US" altLang="en-US"/>
              <a:t>Вопросы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609600" y="1356360"/>
            <a:ext cx="10972800" cy="4953000"/>
          </a:xfrm>
        </p:spPr>
        <p:txBody>
          <a:bodyPr/>
          <a:p>
            <a:r>
              <a:rPr lang="ru-RU" altLang="en-US" sz="2000"/>
              <a:t>Если у вас остались вопросы по реализации и развитию - задавайте свои вопросы!</a:t>
            </a:r>
            <a:endParaRPr lang="ru-RU" alt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773430"/>
            <a:ext cx="10972800" cy="582613"/>
          </a:xfrm>
        </p:spPr>
        <p:txBody>
          <a:bodyPr/>
          <a:p>
            <a:r>
              <a:rPr lang="en-US" altLang="en-US"/>
              <a:t>Спасибо</a:t>
            </a:r>
            <a:r>
              <a:rPr lang="en-US" altLang="ru-RU"/>
              <a:t> </a:t>
            </a:r>
            <a:r>
              <a:rPr lang="en-US" altLang="en-US"/>
              <a:t>за</a:t>
            </a:r>
            <a:r>
              <a:rPr lang="en-US" altLang="ru-RU"/>
              <a:t> </a:t>
            </a:r>
            <a:r>
              <a:rPr lang="en-US" altLang="en-US"/>
              <a:t>внимание</a:t>
            </a:r>
            <a:r>
              <a:rPr lang="en-US" altLang="ru-RU"/>
              <a:t>!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1494</Words>
  <Application>WPS Presentation</Application>
  <PresentationFormat>宽屏</PresentationFormat>
  <Paragraphs>88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Arial</vt:lpstr>
      <vt:lpstr>SimSun</vt:lpstr>
      <vt:lpstr>Wingdings</vt:lpstr>
      <vt:lpstr>Microsoft YaHei</vt:lpstr>
      <vt:lpstr>Arial Unicode MS</vt:lpstr>
      <vt:lpstr>Blue Waves</vt:lpstr>
      <vt:lpstr>QR-Code Master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rijdm</cp:lastModifiedBy>
  <cp:revision>6</cp:revision>
  <dcterms:created xsi:type="dcterms:W3CDTF">2025-05-12T09:24:00Z</dcterms:created>
  <dcterms:modified xsi:type="dcterms:W3CDTF">2025-05-12T10:02:47Z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1049-12.2.0.20795</vt:lpwstr>
  </property>
  <property fmtid="{D5CDD505-2E9C-101B-9397-08002B2CF9AE}" pid="3" name="ICV">
    <vt:lpwstr>490EEC6E3609479299A7977EA597FCBC_11</vt:lpwstr>
  </property>
</Properties>
</file>